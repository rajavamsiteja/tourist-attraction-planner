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Poppins Bold" panose="020B0604020202020204" charset="0"/>
      <p:regular r:id="rId10"/>
    </p:embeddedFont>
    <p:embeddedFont>
      <p:font typeface="Reddit Sans" panose="020B0604020202020204" charset="0"/>
      <p:regular r:id="rId11"/>
    </p:embeddedFont>
    <p:embeddedFont>
      <p:font typeface="Reddit Sans Semi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49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23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23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2" y="990600"/>
            <a:ext cx="6603835" cy="5348585"/>
          </a:xfrm>
          <a:prstGeom prst="roundRect">
            <a:avLst>
              <a:gd name="adj" fmla="val 4559"/>
            </a:avLst>
          </a:prstGeom>
          <a:solidFill>
            <a:srgbClr val="5A1E52"/>
          </a:solidFill>
          <a:ln/>
          <a:effectLst>
            <a:outerShdw blurRad="354330" dist="125730" dir="5400000" algn="bl" rotWithShape="0">
              <a:srgbClr val="5A1E52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1117572" y="1371600"/>
            <a:ext cx="6349841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TRAVEL PLANNING 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7572" y="1646337"/>
            <a:ext cx="5740256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4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TOURIST</a:t>
            </a:r>
            <a:endParaRPr lang="en-US" sz="56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4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ATTRACTION</a:t>
            </a:r>
            <a:endParaRPr lang="en-US" sz="56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40" dirty="0">
                <a:solidFill>
                  <a:srgbClr val="CC66BE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PLANNER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117572" y="4033937"/>
            <a:ext cx="634984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Plan • Explore • Experience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</a:rPr>
              <a:t>Presented by: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</a:rPr>
              <a:t>Bellam Raja Vamsi Teja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</a:rPr>
              <a:t>Battula Aravind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 err="1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</a:rPr>
              <a:t>Gidijala</a:t>
            </a:r>
            <a:r>
              <a:rPr lang="en-US" sz="17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</a:rPr>
              <a:t> Sai Hasini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</a:rPr>
              <a:t>Sudha Rakesh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700" dirty="0">
              <a:solidFill>
                <a:srgbClr val="FFFFFF"/>
              </a:solidFill>
              <a:latin typeface="Reddit Sans" pitchFamily="34" charset="0"/>
              <a:ea typeface="Reddit Sans" pitchFamily="34" charset="-122"/>
            </a:endParaRPr>
          </a:p>
          <a:p>
            <a:pPr marL="0" indent="0" algn="l">
              <a:lnSpc>
                <a:spcPct val="115000"/>
              </a:lnSpc>
              <a:buNone/>
            </a:pPr>
            <a:endParaRPr lang="en-US" sz="1700" dirty="0">
              <a:solidFill>
                <a:srgbClr val="FFFFFF"/>
              </a:solidFill>
              <a:latin typeface="Reddit Sans" pitchFamily="34" charset="0"/>
              <a:ea typeface="Reddit Sans" pitchFamily="34" charset="-122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</a:rPr>
              <a:t>	</a:t>
            </a:r>
          </a:p>
        </p:txBody>
      </p:sp>
      <p:sp>
        <p:nvSpPr>
          <p:cNvPr id="6" name="Text 4"/>
          <p:cNvSpPr/>
          <p:nvPr/>
        </p:nvSpPr>
        <p:spPr>
          <a:xfrm>
            <a:off x="1117572" y="4560391"/>
            <a:ext cx="5740256" cy="142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1750"/>
              </a:spcAft>
              <a:buNone/>
            </a:pPr>
            <a:endParaRPr lang="en-US" sz="1100" dirty="0">
              <a:solidFill>
                <a:srgbClr val="FFFFFF"/>
              </a:solidFill>
              <a:latin typeface="Reddit Sans" pitchFamily="34" charset="0"/>
              <a:ea typeface="Reddit Sans" pitchFamily="34" charset="-122"/>
              <a:cs typeface="Reddit Sans" pitchFamily="34" charset="-12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03256-3BA8-0EC3-666E-59CFB6669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82600"/>
            <a:ext cx="611618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2B632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757337"/>
            <a:ext cx="5887593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FFF6E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Travel planning should feel simple and organized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33387" y="2788047"/>
            <a:ext cx="588759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One digital travel-planning application for discovering places and shaping a visit.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5078909"/>
            <a:ext cx="304792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5176" y="5082381"/>
            <a:ext cx="545580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Discover popular destinations and explore attraction details in one place.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5827018"/>
            <a:ext cx="304792" cy="30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5176" y="5830491"/>
            <a:ext cx="545580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View locations, timings, activities, and essential visit information.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116583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2B632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706537"/>
            <a:ext cx="11124922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FFF6E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Travelers lose time when information is scattered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33387" y="2145010"/>
            <a:ext cx="11658308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planning challenge is balancing choices, time, distance, and budget.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3387" y="2671465"/>
            <a:ext cx="3505112" cy="2594471"/>
          </a:xfrm>
          <a:prstGeom prst="rect">
            <a:avLst/>
          </a:prstGeom>
          <a:solidFill>
            <a:srgbClr val="F2B6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2950865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7380" y="3531890"/>
            <a:ext cx="2997125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Scattered research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87380" y="4118372"/>
            <a:ext cx="2997125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Finding suitable attractions across different websites is time-consuming.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43291" y="2671465"/>
            <a:ext cx="3505112" cy="2594471"/>
          </a:xfrm>
          <a:prstGeom prst="rect">
            <a:avLst/>
          </a:prstGeom>
          <a:solidFill>
            <a:srgbClr val="F2B6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285" y="2950865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285" y="3531890"/>
            <a:ext cx="2997125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Too many places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97285" y="4118372"/>
            <a:ext cx="299712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Planning multiple places in one trip can be difficult.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153196" y="2671465"/>
            <a:ext cx="3505112" cy="2594471"/>
          </a:xfrm>
          <a:prstGeom prst="rect">
            <a:avLst/>
          </a:prstGeom>
          <a:solidFill>
            <a:srgbClr val="F2B6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190" y="2950865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07190" y="3531890"/>
            <a:ext cx="2997125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Hard trade-offs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407190" y="4118372"/>
            <a:ext cx="299712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Users may struggle to balance time, distance, and budget.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73483" cy="6858000"/>
          </a:xfrm>
          <a:prstGeom prst="rect">
            <a:avLst/>
          </a:prstGeom>
          <a:solidFill>
            <a:srgbClr val="5A1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3387" y="482600"/>
            <a:ext cx="414009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387" y="757337"/>
            <a:ext cx="3759106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One planner brings the trip together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33387" y="5830491"/>
            <a:ext cx="3759106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Search, understand, estimate, and organize from one place.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074" y="431800"/>
            <a:ext cx="3162221" cy="2597646"/>
          </a:xfrm>
          <a:prstGeom prst="rect">
            <a:avLst/>
          </a:prstGeom>
          <a:solidFill>
            <a:srgbClr val="2F4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068" y="660400"/>
            <a:ext cx="431789" cy="43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83068" y="1320800"/>
            <a:ext cx="2654234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Search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283068" y="1907282"/>
            <a:ext cx="265423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Search for attractions by destination or category.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496087" y="431800"/>
            <a:ext cx="3162221" cy="2597646"/>
          </a:xfrm>
          <a:prstGeom prst="rect">
            <a:avLst/>
          </a:prstGeom>
          <a:solidFill>
            <a:srgbClr val="2F4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081" y="660400"/>
            <a:ext cx="431789" cy="431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50081" y="1320800"/>
            <a:ext cx="2654234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Understand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8750081" y="1907282"/>
            <a:ext cx="2654234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See locations, maps, opening hours, ratings, and reviews.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029074" y="3334246"/>
            <a:ext cx="6629234" cy="2001937"/>
          </a:xfrm>
          <a:prstGeom prst="rect">
            <a:avLst/>
          </a:prstGeom>
          <a:solidFill>
            <a:srgbClr val="2F4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068" y="3562846"/>
            <a:ext cx="431789" cy="431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83068" y="4223246"/>
            <a:ext cx="6121247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Organize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5283068" y="4809728"/>
            <a:ext cx="637524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Estimate travel costs and build a personalized itinerary.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81000"/>
            <a:ext cx="116583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2B632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655737"/>
            <a:ext cx="11124922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FFF6E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Four features turn ideas into an itinerary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060623" y="1749623"/>
            <a:ext cx="25399" cy="2688828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33387" y="4413052"/>
            <a:ext cx="2552636" cy="25400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33387" y="1749623"/>
            <a:ext cx="25399" cy="2688828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212" y="1721048"/>
            <a:ext cx="2558986" cy="114300"/>
          </a:xfrm>
          <a:custGeom>
            <a:avLst/>
            <a:gdLst/>
            <a:ahLst/>
            <a:cxnLst/>
            <a:rect l="l" t="t" r="r" b="b"/>
            <a:pathLst>
              <a:path w="2558986" h="114300">
                <a:moveTo>
                  <a:pt x="57149" y="0"/>
                </a:moveTo>
                <a:lnTo>
                  <a:pt x="2501837" y="0"/>
                </a:lnTo>
                <a:arcTo wR="57149" hR="57150" stAng="16200000" swAng="5400000"/>
                <a:lnTo>
                  <a:pt x="2558986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5A1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87380" y="2302073"/>
            <a:ext cx="2044649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6E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Attraction discovery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7380" y="3290888"/>
            <a:ext cx="204464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Search destinations by city or category.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18052" y="1749623"/>
            <a:ext cx="25399" cy="2688828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90815" y="4413052"/>
            <a:ext cx="2552636" cy="25400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90815" y="1749623"/>
            <a:ext cx="25399" cy="2688828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387640" y="1721048"/>
            <a:ext cx="2558986" cy="114300"/>
          </a:xfrm>
          <a:custGeom>
            <a:avLst/>
            <a:gdLst/>
            <a:ahLst/>
            <a:cxnLst/>
            <a:rect l="l" t="t" r="r" b="b"/>
            <a:pathLst>
              <a:path w="2558986" h="114300">
                <a:moveTo>
                  <a:pt x="57149" y="0"/>
                </a:moveTo>
                <a:lnTo>
                  <a:pt x="2501837" y="0"/>
                </a:lnTo>
                <a:arcTo wR="57149" hR="57150" stAng="16200000" swAng="5400000"/>
                <a:lnTo>
                  <a:pt x="2558986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5A1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44809" y="2302073"/>
            <a:ext cx="2044649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6E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Smart planning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44809" y="3290888"/>
            <a:ext cx="204464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Create a day-wise travel itinerary.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775480" y="1749623"/>
            <a:ext cx="25399" cy="2688828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48244" y="4413052"/>
            <a:ext cx="2552636" cy="25400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48244" y="1749623"/>
            <a:ext cx="25399" cy="2688828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45069" y="1721048"/>
            <a:ext cx="2558986" cy="114300"/>
          </a:xfrm>
          <a:custGeom>
            <a:avLst/>
            <a:gdLst/>
            <a:ahLst/>
            <a:cxnLst/>
            <a:rect l="l" t="t" r="r" b="b"/>
            <a:pathLst>
              <a:path w="2558986" h="114300">
                <a:moveTo>
                  <a:pt x="57149" y="0"/>
                </a:moveTo>
                <a:lnTo>
                  <a:pt x="2501837" y="0"/>
                </a:lnTo>
                <a:arcTo wR="57149" hR="57150" stAng="16200000" swAng="5400000"/>
                <a:lnTo>
                  <a:pt x="2558986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5A1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02237" y="2302073"/>
            <a:ext cx="2044649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6E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Budget planning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02237" y="3290888"/>
            <a:ext cx="2044649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Estimate transportation, food, and entry costs.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1632909" y="1749623"/>
            <a:ext cx="25399" cy="2688828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105672" y="4413052"/>
            <a:ext cx="2552636" cy="25400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105672" y="1749623"/>
            <a:ext cx="25399" cy="2688828"/>
          </a:xfrm>
          <a:prstGeom prst="rect">
            <a:avLst/>
          </a:prstGeom>
          <a:solidFill>
            <a:srgbClr val="5A7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102497" y="1721048"/>
            <a:ext cx="2558986" cy="114300"/>
          </a:xfrm>
          <a:custGeom>
            <a:avLst/>
            <a:gdLst/>
            <a:ahLst/>
            <a:cxnLst/>
            <a:rect l="l" t="t" r="r" b="b"/>
            <a:pathLst>
              <a:path w="2558986" h="114300">
                <a:moveTo>
                  <a:pt x="57149" y="0"/>
                </a:moveTo>
                <a:lnTo>
                  <a:pt x="2501837" y="0"/>
                </a:lnTo>
                <a:arcTo wR="57149" hR="57150" stAng="16200000" swAng="5400000"/>
                <a:lnTo>
                  <a:pt x="2558986" y="114300"/>
                </a:lnTo>
                <a:lnTo>
                  <a:pt x="0" y="114300"/>
                </a:lnTo>
                <a:lnTo>
                  <a:pt x="0" y="57150"/>
                </a:lnTo>
                <a:arcTo wR="57149" hR="57150" stAng="10800000" swAng="5400000"/>
                <a:close/>
              </a:path>
            </a:pathLst>
          </a:custGeom>
          <a:solidFill>
            <a:srgbClr val="5A1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359666" y="2302073"/>
            <a:ext cx="2044649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6E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Map integration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359666" y="3290888"/>
            <a:ext cx="204464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View attractions and plan efficient routes.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485863" y="1425773"/>
            <a:ext cx="647684" cy="647700"/>
          </a:xfrm>
          <a:prstGeom prst="ellipse">
            <a:avLst/>
          </a:prstGeom>
          <a:solidFill>
            <a:srgbClr val="5A1E52"/>
          </a:solidFill>
          <a:ln w="12700">
            <a:solidFill>
              <a:srgbClr val="5A75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483" y="1600398"/>
            <a:ext cx="298443" cy="29845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4343291" y="1425773"/>
            <a:ext cx="647684" cy="647700"/>
          </a:xfrm>
          <a:prstGeom prst="ellipse">
            <a:avLst/>
          </a:prstGeom>
          <a:solidFill>
            <a:srgbClr val="5A1E52"/>
          </a:solidFill>
          <a:ln w="12700">
            <a:solidFill>
              <a:srgbClr val="5A75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912" y="1600398"/>
            <a:ext cx="298443" cy="29845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7200720" y="1425773"/>
            <a:ext cx="647684" cy="647700"/>
          </a:xfrm>
          <a:prstGeom prst="ellipse">
            <a:avLst/>
          </a:prstGeom>
          <a:solidFill>
            <a:srgbClr val="5A1E52"/>
          </a:solidFill>
          <a:ln w="12700">
            <a:solidFill>
              <a:srgbClr val="5A75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5340" y="1600398"/>
            <a:ext cx="298443" cy="29845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10058148" y="1425773"/>
            <a:ext cx="647684" cy="647700"/>
          </a:xfrm>
          <a:prstGeom prst="ellipse">
            <a:avLst/>
          </a:prstGeom>
          <a:solidFill>
            <a:srgbClr val="5A1E52"/>
          </a:solidFill>
          <a:ln w="12700">
            <a:solidFill>
              <a:srgbClr val="5A75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2769" y="1600398"/>
            <a:ext cx="298443" cy="298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06400"/>
            <a:ext cx="768082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2B632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WORKING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681137"/>
            <a:ext cx="7553831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FFF6E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 Hyderabad trip can be planned step by step</a:t>
            </a:r>
            <a:endParaRPr lang="en-US" sz="4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2418060"/>
            <a:ext cx="3668918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281" y="3281660"/>
            <a:ext cx="323712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User searches for Hyderabad.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200" y="2094210"/>
            <a:ext cx="3669018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4094" y="2957810"/>
            <a:ext cx="323722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Explore attractions and select places to visit.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4335165"/>
            <a:ext cx="3668918" cy="1428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9281" y="5198765"/>
            <a:ext cx="3237129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Build a route: Charminar → Golconda Fort → Hussain Sagar → Necklace Road.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200" y="4011315"/>
            <a:ext cx="3669018" cy="1428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34094" y="4874915"/>
            <a:ext cx="323722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Create the itinerary, estimate the budget, and start the journey.</a:t>
            </a:r>
            <a:endParaRPr lang="en-US" sz="17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1303" y="0"/>
            <a:ext cx="352039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116583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2B632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706537"/>
            <a:ext cx="11124922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FFF6E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Tourist Attraction Planner makes travel easier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33387" y="2027337"/>
            <a:ext cx="5410065" cy="1690191"/>
          </a:xfrm>
          <a:prstGeom prst="rect">
            <a:avLst/>
          </a:prstGeom>
          <a:solidFill>
            <a:srgbClr val="2F4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780" y="2281337"/>
            <a:ext cx="4851279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One organized trip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780" y="2867819"/>
            <a:ext cx="485127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Combines attraction discovery, itinerary planning, maps, and budgeting.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8244" y="2027337"/>
            <a:ext cx="5410065" cy="1690191"/>
          </a:xfrm>
          <a:prstGeom prst="rect">
            <a:avLst/>
          </a:prstGeom>
          <a:solidFill>
            <a:srgbClr val="2F4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27637" y="2281337"/>
            <a:ext cx="4851279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Clearer planning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27637" y="2867819"/>
            <a:ext cx="485127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Makes travel planning faster, clearer, and more organized.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33387" y="3920728"/>
            <a:ext cx="11124922" cy="1077416"/>
          </a:xfrm>
          <a:prstGeom prst="rect">
            <a:avLst/>
          </a:prstGeom>
          <a:solidFill>
            <a:srgbClr val="5A1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2780" y="4149328"/>
            <a:ext cx="1084552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2780" y="4471690"/>
            <a:ext cx="1084552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AI recommendations · hotel booking · weather information · personalized travel suggestions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3387" y="6019304"/>
            <a:ext cx="5562461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FFF6E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932440" y="6099175"/>
            <a:ext cx="372586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1EAD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Plan Smart. Travel Better. Explore More.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350</Words>
  <Application>Microsoft Office PowerPoint</Application>
  <PresentationFormat>Widescreen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Poppins Bold</vt:lpstr>
      <vt:lpstr>Reddit Sans SemiBold</vt:lpstr>
      <vt:lpstr>Reddit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bvs chowdary</cp:lastModifiedBy>
  <cp:revision>2</cp:revision>
  <dcterms:created xsi:type="dcterms:W3CDTF">2026-10-03T06:08:36Z</dcterms:created>
  <dcterms:modified xsi:type="dcterms:W3CDTF">2026-10-03T08:44:32Z</dcterms:modified>
</cp:coreProperties>
</file>